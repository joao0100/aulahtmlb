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58" d="100"/>
          <a:sy n="58" d="100"/>
        </p:scale>
        <p:origin x="18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305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24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98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62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81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34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59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38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49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56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553BE-2AE0-4F7A-9C4E-2CF805630C9F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6097F-6777-4F77-B3AE-082413D9A1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08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9F64397-4993-4922-B1D7-7F4A046B0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09" y="556510"/>
            <a:ext cx="1705213" cy="10193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501F82-8428-4687-94AD-BB43A6F2E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992" y="604140"/>
            <a:ext cx="2819794" cy="9240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F5444E-A5A9-49F0-A915-1BCCD43F93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54" y="1709830"/>
            <a:ext cx="10076033" cy="335867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B319D4E-0E95-47B2-97C8-02F9280A9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866" y="5399881"/>
            <a:ext cx="3534268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54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Sala</dc:creator>
  <cp:lastModifiedBy>Sala</cp:lastModifiedBy>
  <cp:revision>1</cp:revision>
  <dcterms:created xsi:type="dcterms:W3CDTF">2025-11-14T13:25:49Z</dcterms:created>
  <dcterms:modified xsi:type="dcterms:W3CDTF">2025-11-14T13:38:15Z</dcterms:modified>
</cp:coreProperties>
</file>